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Weekly Report - 12_im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984325" cy="960120"/>
          </a:xfrm>
          <a:prstGeom prst="rect">
            <a:avLst/>
          </a:prstGeom>
        </p:spPr>
      </p:pic>
      <p:pic>
        <p:nvPicPr>
          <p:cNvPr id="5" name="Picture 4" descr="Weekly Report - 12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502920"/>
            <a:ext cx="975606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0240" y="502920"/>
            <a:ext cx="835121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CHAROTAR UNIVERSITY OF SCIENCE &amp; TECHNOLOGY (CHARUSAT)</a:t>
            </a:r>
          </a:p>
          <a:p>
            <a:pPr algn="ctr">
              <a:defRPr sz="1150" b="1">
                <a:solidFill>
                  <a:srgbClr val="2563EB"/>
                </a:solidFill>
                <a:latin typeface="Segoe UI"/>
              </a:defRPr>
            </a:pPr>
            <a:r>
              <a:t>Devang Patel Institute of Advance Technology and Research (DEPSTAR)</a:t>
            </a:r>
          </a:p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Department of Computer Engineering  •  5th Semester B.Tech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728655" cy="26974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83080"/>
            <a:ext cx="10180015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REVIEW 2 PRESENTATION  •  v4.0 INTEGRATED REVIEW-2 SYSTEM</a:t>
            </a:r>
          </a:p>
          <a:p>
            <a:pPr algn="ctr"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CyberShield: AI-Based Real-Time Phishing Detection</a:t>
            </a:r>
            <a:br/>
            <a:r>
              <a:t>&amp; Threat Intelligence Ecosystem</a:t>
            </a:r>
          </a:p>
          <a:p>
            <a:pPr algn="ctr">
              <a:defRPr sz="1150">
                <a:solidFill>
                  <a:srgbClr val="1E293B"/>
                </a:solidFill>
                <a:latin typeface="Segoe UI"/>
              </a:defRPr>
            </a:pPr>
            <a:r>
              <a:t>Multi-Platform Defense: Chrome Manifest V3 • FastAPI AI Engine • Flutter Mobile • WhatsApp &amp; SMS Guard • Cloud Telemetry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52578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48920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TEAM (5 MEMBERS) &amp; ROLES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24DCE012 : Team Lead &amp; FastAPI Backend Developer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24DCE028 : Chrome Extension &amp; Security Architecture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24DCE017 : Machine Learning &amp; Flutter Mobile Developer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24DCE013 : Full-Stack Integration &amp; Automated Testing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• 24DCE038 : UI/UX, MessageShield &amp; Documentation Lead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526280"/>
            <a:ext cx="5287975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4617720"/>
            <a:ext cx="4922215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PROJECT IDENTIFIERS &amp; DOMAIN</a:t>
            </a:r>
          </a:p>
          <a:p>
            <a:pPr>
              <a:defRPr sz="950" b="1">
                <a:solidFill>
                  <a:srgbClr val="0F172A"/>
                </a:solidFill>
              </a:defRPr>
            </a:pPr>
            <a:r>
              <a:t>• Project ID: PRJ_CE_5_2026_2 (Proposal ID: 79)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Domain: Cyber Security, Applied Machine Learning, Web &amp; Mobile Defense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Tech Stack: Python 3.14, FastAPI, Scikit-Learn, Flutter, MongoDB Atlas</a:t>
            </a:r>
          </a:p>
          <a:p>
            <a:pPr>
              <a:defRPr sz="950" b="1">
                <a:solidFill>
                  <a:srgbClr val="059669"/>
                </a:solidFill>
              </a:defRPr>
            </a:pPr>
            <a:r>
              <a:t>• System Status: v4.0 Integrated &amp; Review-2 Ready (22/22 Automated Tests Passed)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EXECUTIVE ROADMAP &amp; TRANSITION</a:t>
            </a:r>
            <a:r>
              <a:rPr sz="950" b="1">
                <a:solidFill>
                  <a:srgbClr val="0284C7"/>
                </a:solidFill>
              </a:rPr>
              <a:t>   •   PRESENTER: 24DCE012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Project Review 2: Presentation Agenda &amp; Team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MODULE 1: ARCHITECTURE &amp; MULTI-PLATFORM ECOSYSTEM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Presenters: 24DCE012 &amp; 24DCE028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Covers: Problem context, end-to-end architecture (tested low-latency local API), Chrome V3 extension, FastAPI service, and dual database synchronization.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35608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t>MODULE 2: MACHINE LEARNING &amp; 5-TIER HYBRID PIPELINE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Presenters: 24DCE017 &amp; 24DCE013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Covers: 30 URL lexical features, Shannon Information Entropy, Kaggle 100k balanced dataset, Scraper Robot, and native socket SSL certificate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53492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MODULE 3: WHATSAPP/SMS AUTO-GUARD &amp; DEEP TRUST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Presenters: 24DCE038 &amp; 24DCE012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Covers: NEW Review 2 breakthroughs — WhatsApp &amp; SMS message analysis, in-app Live Interception Simulator, sender authenticity heuristics, and the 0–100% Trust Meter.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743200"/>
            <a:ext cx="5349240" cy="1280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852928"/>
            <a:ext cx="4983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MODULE 4: EXPERIMENTAL RESULTS, DASHBOARD &amp; LIVE DEMO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Presenters: 24DCE013 &amp; Team Lead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Covers: 94.63% baseline ML / 95.10% hybrid accuracy, 98.9% ROC-AUC, 22/22 Automated Tests Passed, Live Threat Dashboard, and Step-by-Step Viva Execution script.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10881360" cy="1874519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462272"/>
            <a:ext cx="10424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MILESTONE EVOLUTION: REVIEW 1 (WEEKS 1–4)  VS  REVIEW 2 (WEEKS 5–12)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Review 1 Deliverable (Initial Prototype): Evaluated basic Random Forest baseline (94.63%) on raw URLs, simple Chrome Manifest V3 popup, minimal /predict endpoint, and standalone SQLite logging.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Review 2 Deliverable (Integrated Ecosystem): Engineered 5-Layer Hybrid Pipeline (Content Robot + Socket SSL Inspector), WhatsApp &amp; SMS MessageShield &amp; Live Interception Lab, Deep Trust Building Engine (0–100%), Threat Intelligence Web Console, MongoDB Atlas Cloud sync, and 22/22 Automated Tests Passed.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PROBLEM CONTEXT &amp; MOTIVATION</a:t>
            </a:r>
            <a:r>
              <a:rPr sz="950" b="1">
                <a:solidFill>
                  <a:srgbClr val="0284C7"/>
                </a:solidFill>
              </a:rPr>
              <a:t>   •   PRESENTER: 24DCE012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Problem Statement Evolution &amp; Extended Threat Landscape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C2626"/>
                </a:solidFill>
              </a:defRPr>
            </a:pPr>
            <a:r>
              <a:t>🚨  THE ESCALATING REAL-WORLD THREAT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Social Engineering Attack Vectors: Phishing remains a primary initial compromise vector. Modern attackers increasingly bypass email filters by delivering malicious lures directly through SMS and WhatsApp chats.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Failure of Reactive Blacklists: Static blacklist services (Google Safe Browsing, PhishTank) depend on human discovery and reporting. Zero-day phishing websites actively compromise users during the initial discovery window before listings update.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The Mobile Vulnerability Gap: Mobile messaging interfaces lack link-hover inspection tools. Smartphone users cannot easily examine underlying domain hierarchies before clicking shortened or obfuscated URLs.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Deceptive Obfuscation Techniques: Fraudsters exploit URL shorteners (bit.ly, tinyurl), deceptive subdomains (sbi-kyc-verify.top), and free short-lived SSL certs to mimic legitimate organizations.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High-Impact Targeted Scenarios: Attackers heavily impersonate banking KYC alerts (SBI, HDFC), urgent utility service disconnection warnings, and promotional lottery schemes.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💡  OUR EXTENDED REVIEW 2 SOLUTION &amp; STAKEHOLDERS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Multi-Platform Defense Shield: Continuous protection across Browser Tabs (Chrome/Edge V3), Mobile Devices (Flutter QR scanner), and Messaging Feeds (WhatsApp &amp; SMS MessageShield).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Zero-Dependency Localized AI: Custom-trained Random Forest model running inside local FastAPI. Eliminates third-party API dependencies, token costs, user privacy risks, and external network latency.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Multi-Layer Hybrid Verification: Blends 30-feature lexical ML + Scraper Robot (checks login password fields &amp; form targets) + Native socket SSL certificate inspection.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Deep Explainable Trust Engine: Computes a transparent 0–100% Trust Meter and provides clear evidence reasons so users understand why a link is dangerous or safe.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Protected Stakeholders: 1. Web Surfers (Chrome extension)  •  2. Mobile Consumers (Flutter app &amp; SMS shield)  •  3. Enterprise SOC Teams (Web Dashboard &amp; Batch Scanner).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SYSTEM ENGINEERING &amp; INTEGRATION</a:t>
            </a:r>
            <a:r>
              <a:rPr sz="950" b="1">
                <a:solidFill>
                  <a:srgbClr val="0284C7"/>
                </a:solidFill>
              </a:rPr>
              <a:t>   •   PRESENTER: 24DCE028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End-to-End System Architecture &amp; Multi-Platform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10424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TIER 1: MULTI-PLATFORM CLIENT FRONTENDS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Chrome / Edge Browser Extension (Manifest V3 Service Worker, activeTab DOM capture, instant danger badge &amp; overlay)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Flutter Mobile Application (Cross-platform Dart UI, Camera QR Scanner, Threat Feed, and MessageShield Hub)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Live Threat Intelligence Web Console (HTML5/CSS3 glassmorphism dashboard, Chart.js telemetry graphs, CSV export)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10881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651760"/>
            <a:ext cx="10424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t>TIER 2: ASYNCHRONOUS FASTAPI PREDICTION ENGINE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High-throughput Uvicorn ASGI Server exposing endpoints (/predict, /api/analyze-message, /api/batch-scan, /api/rules)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In-memory model caching, asynchronous request processing, and tested low-latency local API prediction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94760"/>
            <a:ext cx="10881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10424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TIER 3: 5-TIER HYBRID DETECTION PIPELINE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1: Trusted Whitelist (.gov.in, .edu.in, verified banks)  |  Layer 2: Custom Admin Blacklist / Whitelist Policy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3: 30-Feature Random Forest ML  |  Layer 4: Real-time Content Robot  |  Layer 5: Native Socket SSL Inspector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29200"/>
            <a:ext cx="10881360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120640"/>
            <a:ext cx="104241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TIER 4: RESILIENT DUAL DATABASE &amp; CLOUD TELEMETRY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MongoDB Atlas Cloud: Centralized telemetry for scan logs, community reports, admin policies, and live analytics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Local SQLite Fallback: Automatic offline database synchronization ensuring continuous operation if cloud network is unavailable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ARTIFICIAL INTELLIGENCE &amp; FEATURE ENGINEERING</a:t>
            </a:r>
            <a:r>
              <a:rPr sz="950" b="1">
                <a:solidFill>
                  <a:srgbClr val="0284C7"/>
                </a:solidFill>
              </a:rPr>
              <a:t>   •   PRESENTER: 24DCE017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Machine Learning Pipeline &amp; 30-Feature Vector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🧠  MODEL TRAINING &amp; SHANNON ENTROPY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Dataset Source: Kaggle malicious_phish.csv (651,191 raw labeled URLs).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Balanced Training Set: 100,000 URLs (50,000 Benign + 50,000 Phishing).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Model Algorithm: Random Forest Classifier (300 Decision Trees, n_jobs=-1).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Validation Strategy: 80/20 Stratified Train-Test split + 5-Fold Stratified CV.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Shannon Information Entropy: Measures character randomness to detect Algorithmic Domain Generation (DGA):</a:t>
            </a:r>
            <a:br/>
            <a:r>
              <a:t>   H(X) = - Σ P(x) · log₂(P(x))</a:t>
            </a:r>
            <a:br/>
            <a:r>
              <a:t>High entropy (&gt;4.2) strongly indicates obfuscated phishing hashes (e.g. x7k2m9p4.xyz).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Feature Importance Ranking: Top discriminators: Shannon entropy, domain length, number of dots, brand name in subdomain, and suspicious TLD presence.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325880"/>
            <a:ext cx="53949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🔬  30 EXTRACTED URL FEATURE DIMENSIONS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Length Metrics (4): url_length, domain_length, path_length, query_length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Protocol Indicators (2): has_https, has_http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Delimiter Counts (9): dots, hyphens, underscores, slashes, ?, =, &amp;, #, %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Numerical Ratios (2): num_digits, digit_to_letter_ratio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Structural Anomalies (5): has_ip, has_at_symbol, has_double_slash, domain_has_hyphen, num_subdomains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Deceptive Patterns (4): suspicious_word_count, http_in_path, brand_in_subdomain, is_shortened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Statistical &amp; TLD Flags (4): url_entropy, domain_entropy, suspicious_tld (.xyz, .top, .tk), num_dots_domain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DEFENSE-IN-DEPTH SECURITY ENGINE</a:t>
            </a:r>
            <a:r>
              <a:rPr sz="950" b="1">
                <a:solidFill>
                  <a:srgbClr val="0284C7"/>
                </a:solidFill>
              </a:rPr>
              <a:t>   •   PRESENTER: 24DCE013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Multi-Layer Cascading Hybrid Detection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🛡️  THE 5 CASCADING DETECTION TIERS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Tier 1: Verified Whitelist Filter: Verified official domains (.gov.in, .edu.in, trusted banking portals) treated as high-trust references to eliminate false positives on known services.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Tier 2: Custom Policy Manager: Deterministic override supporting custom domain blacklists and whitelists configured by administrators.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Tier 3: Random Forest Machine Learning: Evaluates 30-feature lexical vector, computing baseline statistical phishing risk.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Tier 4: Live Content Scraping Robot: Fetches live webpage HTML: detects password inputs on unencrypted pages, external form action targets, and brand-name-to-domain mismatches.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Tier 5: Native Socket SSL Inspector: Executes live Python SSL handshake: validates certificate issuer authority, validity period, and identifies self-signed or unencrypted login portals.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7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86936"/>
            <a:ext cx="5303520" cy="266700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SSL Certificate Telemetry &amp; Automated Threat Categorization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MAJOR REVIEW 2 INNOVATION</a:t>
            </a:r>
            <a:r>
              <a:rPr sz="950" b="1">
                <a:solidFill>
                  <a:srgbClr val="0284C7"/>
                </a:solidFill>
              </a:rPr>
              <a:t>   •   PRESENTER: 24DCE038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WhatsApp Notification Link Auto-Guard &amp; SMS Phishing Shield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D97706"/>
                </a:solidFill>
              </a:defRPr>
            </a:pPr>
            <a:r>
              <a:t>📱  MESSAGESHIELD: ADVANCED MOBILE PROTECTION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The Mobile Threat Reality: Social-engineering attacks increasingly target messaging platforms (fake banking KYC suspension, electricity cutoffs, and reward voucher links).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Android Integration Prepared: Android message-security integration prepared for SMS/notification monitoring, with an in-app Live Interception Simulator for testing and demonstration.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Intelligent Regex URL Extractor: Extracts standard URLs, shortened links (bit.ly, tinyurl), and suspicious TLDs (.xyz, .top) from lengthy conversational messages.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Interactive Live Interception Lab: Built-in simulation lab inside Flutter allowing 1-tap testing of realistic WhatsApp &amp; SMS scams with floating heads-up alert cards.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Dedicated Backend API: Backed by POST /api/analyze-message in FastAPI, evaluating sender authenticity heuristics, urgency indicators, and destination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12_img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67989"/>
            <a:ext cx="5303520" cy="290490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CyberShield MessageShield Flutter Hub &amp; Live Interception Lab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EXPLAINABLE AI &amp; USER CONFIDENCE</a:t>
            </a:r>
            <a:r>
              <a:rPr sz="950" b="1">
                <a:solidFill>
                  <a:srgbClr val="0284C7"/>
                </a:solidFill>
              </a:rPr>
              <a:t>   •   PRESENTER: 24DCE012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Deep User Trust Building Engine (0–100% Trust Meter)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🛡️  THE 4 EVIDENCE LAYERS OF USER TRUST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1: Sender Authenticity Heuristics: Official-looking alphanumeric sender headers (e.g. AD-SBIINB, AD-GOOGLE) receive an authenticity bonus, while personal 10-digit mobile numbers sending banking/KYC links are flagged as highly suspicious.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2: Domain Impersonation Detection: Compares claimed brand identity against actual destination (e.g. sbi-card-kyc-verify-alert.top is NOT official sbi.co.in).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3: Live SSL &amp; Certificate Authority: Verifies active encryption certificates and trusted Certificate Authorities (DigiCert, Google Trust Services) vs missing or self-signed certificates.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Layer 4: Psychological Coercion Detector: Flags high-pressure urgency triggers ('account suspended today', 'power cut tonight 9:30 PM', 'within 24 hours').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Actionable User Safeguards:: 1-Tap 'Share Warning to WhatsApp' (copies formatted advisory to alert family/colleagues) and 'Report Threat to Community'.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12_img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78421"/>
            <a:ext cx="5303520" cy="18840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Trust Meter (5% Malicious Scam vs 99% Verified Safe) &amp; Evidence Checklist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ENTERPRISE TELEMETRY &amp; CLOUD PERSISTENCE</a:t>
            </a:r>
            <a:r>
              <a:rPr sz="950" b="1">
                <a:solidFill>
                  <a:srgbClr val="0284C7"/>
                </a:solidFill>
              </a:rPr>
              <a:t>   •   PRESENTER: 24DCE028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Threat Intelligence Web Console &amp; Dual Database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📊  REAL-TIME THREAT TELEMETRY CONSOLE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Live Web Console (/dashboard): HTML5, CSS3 glassmorphism, and Chart.js telemetry dashboard providing organization-wide visibility across all connected endpoints.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KPI Cards: Displays Total Scans, Active Threats Blocked, Safe Sites, and Client Device Distribution (Browser Extension vs Flutter Mobile App).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Interactive Visual Analytics: Live line chart showing Daily Scan Activity Trends and Doughnut chart showing Threat Category breakdown.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Dual Database Synchronization: Primary: MongoDB Atlas Cloud Cluster storing scan_logs, custom_rules, and community_reports.</a:t>
            </a:r>
            <a:br/>
            <a:r>
              <a:t>Local Fallback: SQLite sync guaranteeing 100% offline continuity.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Enterprise Audit Tools: 1-Click CSV telemetry report export, active Whitelist/Blacklist policy manager, and on-demand manual verification scanner.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6_img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12340"/>
            <a:ext cx="5303520" cy="2816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CyberShield Live Threat Intelligence Dashboard &amp; Telemetry Graphs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CROWDSOURCED INTELLIGENCE &amp; ENTERPRISE TOOLS</a:t>
            </a:r>
            <a:r>
              <a:rPr sz="950" b="1">
                <a:solidFill>
                  <a:srgbClr val="0284C7"/>
                </a:solidFill>
              </a:rPr>
              <a:t>   •   PRESENTER: 24DCE017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Community Threat Feed &amp; Enterprise Batch Scanner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284C7"/>
                </a:solidFill>
              </a:defRPr>
            </a:pPr>
            <a:r>
              <a:t>🌐  COMMUNITY AI &amp; ENTERPRISE BATCH SCANNER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Crowdsourced Phishing Reporting: Users report suspicious URLs with 5 optional AI training questions (channel source, personal data requested, brand impersonation, suspicion level).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Training-Data Enrichment Pipeline: User-reported threats and community feedback are stored in MongoDB Atlas as candidate datasets for future model improvement cycles.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Enterprise Batch URL Scanner: Endpoint POST /api/batch-scan inspects up to 20 URLs concurrently using asynchronous multi-pipeline execution for security analysis.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Live Community Threat Feed: Accessible via both Web Console and Flutter Mobile App to view verified threats and community intelligence submissions in real-time.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55309"/>
            <a:ext cx="5303520" cy="2130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Enterprise Batch Scanner &amp; Real-Time Confusion Matrix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EXPERIMENTAL RESULTS &amp; VERIFICATION</a:t>
            </a:r>
            <a:r>
              <a:rPr sz="950" b="1">
                <a:solidFill>
                  <a:srgbClr val="0284C7"/>
                </a:solidFill>
              </a:rPr>
              <a:t>   •   PRESENTER: 24DCE013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Model Evaluation Metrics &amp; 22 Automated Integration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🏆  MODEL PERFORMANCE (100K SAMPLES)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Model Accuracy: 94.63% (Baseline Random Forest)  |  95.10% (Hybrid Calibrated)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Precision: 90.50% (High confidence on detected phishing)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Recall (Sensitivity): 96.30% (Prioritized to minimize dangerous false negatives)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F1-Score: 93.30% (Harmonic balance of precision &amp; recall)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ROC-AUC Score: 98.90% (Near-perfect class separability)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5-Fold Cross-Validation: Stratified CV confirms model stability (&lt; ±1.5% variance)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Inference Speed: &lt; 45ms local ML inference  |  Tested low-latency local hybrid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Weekly Report - 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112254"/>
            <a:ext cx="5303520" cy="28163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9360" y="5760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64748B"/>
                </a:solidFill>
                <a:latin typeface="Segoe UI"/>
              </a:defRPr>
            </a:pPr>
            <a:r>
              <a:t>Screenshot: Automated Regression Test Suite (backend/test_integration.py) — 22/22 Tests Passed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PROGRESSION &amp; MATURITY MATRIX</a:t>
            </a:r>
            <a:r>
              <a:rPr sz="950" b="1">
                <a:solidFill>
                  <a:srgbClr val="0284C7"/>
                </a:solidFill>
              </a:rPr>
              <a:t>   •   PRESENTER: 24DCE038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Review 1 vs Review 2: Comprehensive Technical Advancements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2563EB"/>
                </a:solidFill>
              </a:defRPr>
            </a:pPr>
            <a:r>
              <a:t>SIDE-BY-SIDE TECHNICAL PROGRESSION (WEEKS 1–4  VS  WEEKS 5–12)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Detection Engine: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Single-tier Random Forest ML model evaluating URL lexical features only.</a:t>
            </a:r>
            <a:br/>
            <a:r>
              <a:t>   - Review 2: 5-Layer Cascading Hybrid Pipeline (ML + Content Robot + SSL Inspector + Custom Rules).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Platform Coverage: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Chrome Manifest V3 extension &amp; basic Flutter app structure.</a:t>
            </a:r>
            <a:br/>
            <a:r>
              <a:t>   - Review 2: Full Multi-Platform Ecosystem: Chrome/Edge V3, Flutter Android + Web Testing with QR, Web Console, WhatsApp/SMS Guard.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Messaging Phishing: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Not supported. URL scanning only.</a:t>
            </a:r>
            <a:br/>
            <a:r>
              <a:t>   - Review 2: WhatsApp &amp; SMS MessageShield with in-app Live Interception Simulator &amp; Trust Engine.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User Trust &amp; Explainability: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Binary DANGER / SAFE badge with raw probability.</a:t>
            </a:r>
            <a:br/>
            <a:r>
              <a:t>   - Review 2: Deep Trust Engine (0–100% Trust Meter) with 4-layer evidence breakdown &amp; WhatsApp warning sharing.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Database &amp; Telemetry: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Basic standalone SQLite logging.</a:t>
            </a:r>
            <a:br/>
            <a:r>
              <a:t>   - Review 2: Dual Sync: MongoDB Atlas Cloud Cluster + Local SQLite fallback + Live Glassmorphism Dashboard.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Community Intelligence: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No reporting or feedback system.</a:t>
            </a:r>
            <a:br/>
            <a:r>
              <a:t>   - Review 2: Community Threat Feed, Crowdsourced Q&amp;A, and candidate data collection for future model improvement.</a:t>
            </a:r>
          </a:p>
          <a:p>
            <a:pPr>
              <a:defRPr sz="950" b="1">
                <a:solidFill>
                  <a:srgbClr val="2563EB"/>
                </a:solidFill>
              </a:defRPr>
            </a:pPr>
            <a:r>
              <a:t>• Testing &amp; Verification:</a:t>
            </a:r>
          </a:p>
          <a:p>
            <a:pPr>
              <a:defRPr sz="900">
                <a:solidFill>
                  <a:srgbClr val="1E293B"/>
                </a:solidFill>
              </a:defRPr>
            </a:pPr>
            <a:r>
              <a:t>   - Review 1: Basic manual testing.</a:t>
            </a:r>
            <a:br/>
            <a:r>
              <a:t>   - Review 2: 22/22 Automated Integration &amp; Regression Tests with 100% pass rate + Stratified 5-Fold CV.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28600"/>
            <a:ext cx="10881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563EB"/>
                </a:solidFill>
                <a:latin typeface="Segoe UI"/>
              </a:defRPr>
            </a:pPr>
            <a:r>
              <a:t>PRACTICAL EVALUATION &amp; LIVE DEMO</a:t>
            </a:r>
            <a:r>
              <a:rPr sz="950" b="1">
                <a:solidFill>
                  <a:srgbClr val="0284C7"/>
                </a:solidFill>
              </a:rPr>
              <a:t>   •   PRESENTER: 24DCE012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t>Live Demonstration Architecture &amp; Step-by-Step Viva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15568"/>
            <a:ext cx="1091153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35608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Step 1: Backend Startup &amp; Swagger Docs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Launch python run_server.py -&gt; Verify Uvicorn server running at http://127.0.0.1:8000 -&gt; Open /docs Swagger UI showing all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435608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284C7"/>
                </a:solidFill>
              </a:defRPr>
            </a:pPr>
            <a:r>
              <a:t>Step 2: Threat Intelligence Console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Open http://127.0.0.1:8000/dashboard -&gt; Demonstrate real-time KPI cards, Chart.js activity graph, and live telemetry log.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834639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44367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59669"/>
                </a:solidFill>
              </a:defRPr>
            </a:pPr>
            <a:r>
              <a:t>Step 3: Chrome Extension URL Defense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Browse to https://charusat.ac.in (Green SAFE badge verified). Browse to test phishing URL (Red DANGER overlay with 30-feature breakdown).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834639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2944367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Step 4: Mobile App &amp; QR Code Scanner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Open Flutter app -&gt; Scan phishing_qr.png &amp; safe_qr.png with camera -&gt; Demonstrate instant real-time risk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453128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DC2626"/>
                </a:solidFill>
              </a:defRPr>
            </a:pPr>
            <a:r>
              <a:t>Step 5: WhatsApp &amp; SMS MessageShield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Navigate to 'Msg Shield' tab -&gt; Tap 'Simulate SBI KYC SMS' (5% Trust Score) -&gt; Then simulate 'Google SMS' (99% Trust Score) with evidence breakdown.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343400"/>
            <a:ext cx="5349240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4453128"/>
            <a:ext cx="4983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Step 6: MongoDB Telemetry &amp; Test Suite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Verify MongoDB Atlas telemetry records across clients -&gt; Run python backend/test_integration.py -&gt; 22/22 Tests Passed successfully.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640080"/>
            <a:ext cx="10728655" cy="54864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822960"/>
            <a:ext cx="99971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</a:defRPr>
            </a:pPr>
            <a:r>
              <a:t>🛡️  CyberShield</a:t>
            </a:r>
          </a:p>
          <a:p>
            <a:pPr algn="ctr">
              <a:defRPr sz="1600" b="1">
                <a:solidFill>
                  <a:srgbClr val="0F172A"/>
                </a:solidFill>
              </a:defRPr>
            </a:pPr>
            <a:r>
              <a:t>AI-Based Real-Time Phishing Detection &amp; Threat Intelligence Ecosystem</a:t>
            </a:r>
          </a:p>
          <a:p>
            <a:pPr algn="ctr">
              <a:defRPr sz="1150">
                <a:solidFill>
                  <a:srgbClr val="64748B"/>
                </a:solidFill>
              </a:defRPr>
            </a:pPr>
            <a:r>
              <a:t>Successfully Engineered for 5th Semester B.Tech Project Review 2</a:t>
            </a:r>
          </a:p>
          <a:p>
            <a:br/>
            <a:r>
              <a:t>📌  KEY REVIEW 2 DELIVERABLES &amp; FUTURE ENHANCEMENTS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Integrated Multi-Platform Architecture: Manifest V3 Extension + FastAPI Microservice + Flutter Android &amp; Web App + Cloud Dashboard.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Breakthrough Innovations: WhatsApp &amp; SMS MessageShield + Live Interception Simulator + Deep User Trust Building Engine (0-100%).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Automated System Validation: 94.63% Baseline ML / 95.10% Hybrid Accuracy, 98.9% ROC-AUC, and 22 Out of 22 Automated Integration Tests Passed.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• Future Roadmap: On-Device TensorFlow Lite model for zero-connectivity scanning &amp; Graph Neural Networks (GNN) for redirection chains.</a:t>
            </a:r>
          </a:p>
          <a:p>
            <a:pPr algn="ctr">
              <a:defRPr sz="1800" b="1">
                <a:solidFill>
                  <a:srgbClr val="2563EB"/>
                </a:solidFill>
              </a:defRPr>
            </a:pPr>
            <a:br/>
            <a:r>
              <a:t>❓  Thank You! Open for Questions &amp; Evaluation Feedback</a:t>
            </a:r>
          </a:p>
          <a:p>
            <a:pPr algn="ctr">
              <a:defRPr sz="1000">
                <a:solidFill>
                  <a:srgbClr val="64748B"/>
                </a:solidFill>
              </a:defRPr>
            </a:pPr>
            <a:r>
              <a:t>Devang Patel Institute of Advance Technology and Research (DEPSTAR) | CHARUSAT University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CHARUSAT University  |  DEPSTAR  |  5th Semester B.Tech  |  Project Review 2  |  Project ID: PRJ_CE_5_2026_2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473952"/>
            <a:ext cx="121889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50" b="1">
                <a:solidFill>
                  <a:srgbClr val="2563EB"/>
                </a:solidFill>
                <a:latin typeface="Segoe U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3432</Words>
  <Application>Microsoft Office PowerPoint</Application>
  <PresentationFormat>Widescreen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MEETBHAI BERANI</cp:lastModifiedBy>
  <cp:revision>1</cp:revision>
  <dcterms:created xsi:type="dcterms:W3CDTF">2013-01-27T09:14:16Z</dcterms:created>
  <dcterms:modified xsi:type="dcterms:W3CDTF">2026-10-08T16:40:27Z</dcterms:modified>
  <cp:category/>
</cp:coreProperties>
</file>